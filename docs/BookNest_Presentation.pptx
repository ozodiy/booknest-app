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651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BookNest</a:t>
            </a:r>
          </a:p>
          <a:p>
            <a:pPr algn="ctr"/>
            <a:r>
              <a:rPr sz="2000" b="0" i="1">
                <a:solidFill>
                  <a:srgbClr val="E8F2E8"/>
                </a:solidFill>
              </a:rPr>
              <a:t>Discover books recommended by students at your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93776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1" i="0">
                <a:solidFill>
                  <a:srgbClr val="202020"/>
                </a:solidFill>
              </a:rPr>
              <a:t>Ozodbek Tursunaliyev  ·  Student ID 57264</a:t>
            </a:r>
          </a:p>
          <a:p>
            <a:pPr algn="ctr"/>
            <a:r>
              <a:rPr sz="1400" b="0" i="0">
                <a:solidFill>
                  <a:srgbClr val="202020"/>
                </a:solidFill>
              </a:rPr>
              <a:t>Akademia WSB — Android + Firebase Team Project (individual)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Problem &amp; Target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The problem: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Students struggle to find relevant book recommendations from peers in similar subjects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They waste time on generic lists that don't match academic interests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Target users: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University students (18–30), undergraduate and graduate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Read for both academic enrichment and leisure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Our solution: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A peer-driven feed of book recommendations + a personal reading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A social book-recommendation app for one campus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Sign in, browse peer recommendations in real time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Recommend books with a cover, genre and description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Save books to a personal Want-to-Read list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Built on Firebase (Auth, Firestore, Storage)</a:t>
            </a:r>
          </a:p>
        </p:txBody>
      </p:sp>
      <p:pic>
        <p:nvPicPr>
          <p:cNvPr id="4" name="Picture 3" descr="03_boo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80160"/>
            <a:ext cx="250584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Live Demo — Accounts</a:t>
            </a:r>
          </a:p>
          <a:p>
            <a:r>
              <a:rPr sz="1400" b="0" i="0">
                <a:solidFill>
                  <a:srgbClr val="CFE0CF"/>
                </a:solidFill>
              </a:rPr>
              <a:t>Register → land on the feed → log out → log back in (session persists)</a:t>
            </a:r>
          </a:p>
        </p:txBody>
      </p:sp>
      <p:pic>
        <p:nvPicPr>
          <p:cNvPr id="3" name="Picture 2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2371603" cy="4846320"/>
          </a:xfrm>
          <a:prstGeom prst="rect">
            <a:avLst/>
          </a:prstGeom>
        </p:spPr>
      </p:pic>
      <p:pic>
        <p:nvPicPr>
          <p:cNvPr id="4" name="Picture 3" descr="02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71600"/>
            <a:ext cx="237160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Live Demo — Browse, Add, Edit, Delete</a:t>
            </a:r>
          </a:p>
          <a:p>
            <a:r>
              <a:rPr sz="1400" b="0" i="0">
                <a:solidFill>
                  <a:srgbClr val="CFE0CF"/>
                </a:solidFill>
              </a:rPr>
              <a:t>Real-time Firestore list; owner-only edit &amp; delete with confirmation</a:t>
            </a:r>
          </a:p>
        </p:txBody>
      </p:sp>
      <p:pic>
        <p:nvPicPr>
          <p:cNvPr id="3" name="Picture 2" descr="03_boo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2371603" cy="4846320"/>
          </a:xfrm>
          <a:prstGeom prst="rect">
            <a:avLst/>
          </a:prstGeom>
        </p:spPr>
      </p:pic>
      <p:pic>
        <p:nvPicPr>
          <p:cNvPr id="4" name="Picture 3" descr="04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71600"/>
            <a:ext cx="237160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Advanced Feature — Firebase Storage</a:t>
            </a:r>
          </a:p>
          <a:p>
            <a:r>
              <a:rPr sz="1400" b="0" i="0">
                <a:solidFill>
                  <a:srgbClr val="CFE0CF"/>
                </a:solidFill>
              </a:rPr>
              <a:t>Pick a cover → upload with progress → stored URL shown via Coil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Why Storage: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Cover images give instant visual recognition in the feed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Flow: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Gallery pick → preview → upload (progress bar) → URL saved to Firestore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Cover deleted from Storage when the book is deleted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Secured: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Authenticated writes only, images &lt; 5 MB (storage.rules)</a:t>
            </a:r>
          </a:p>
        </p:txBody>
      </p:sp>
      <p:pic>
        <p:nvPicPr>
          <p:cNvPr id="4" name="Picture 3" descr="05_add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80160"/>
            <a:ext cx="250584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02020"/>
                </a:solidFill>
              </a:rPr>
              <a:t>•  Android client — Kotlin + Jetpack Compose (Material 3), MVVM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020"/>
                </a:solidFill>
              </a:rPr>
              <a:t>•  State via StateFlow; async Firebase calls via coroutines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Firebase backend (serverless, Spark free tier):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Authentication — email/password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Cloud Firestore — users, books, savedBooks (real-time listeners)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Firebase Storage — book_covers/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020"/>
                </a:solidFill>
              </a:rPr>
              <a:t>•  Clean layering: UI → ViewModel → pure logic (util) → data models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020"/>
                </a:solidFill>
              </a:rPr>
              <a:t>•  Pure logic is unit-tested on the JVM (no emulator needed)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Data Model — 3 Firestore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users: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userId, email, displayName, university, createdAt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books: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bookId, title, author, description, genre, coverImageUrl, recommendedBy, recommenderName, createdAt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savedBooks: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savedId, userId, bookId, title, author, status, savedAt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</a:rPr>
              <a:t>•  Security rules: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</a:rPr>
              <a:t>–  Authenticated access; only the recommender can edit/delete their books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17 JUnit unit tests, all passing (./gradlew test)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555555"/>
                </a:solidFill>
              </a:rPr>
              <a:t>–  ValidatorsTest — email, password, password-match, book-input rules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555555"/>
                </a:solidFill>
              </a:rPr>
              <a:t>–  BookFiltersTest — search by title/author/genre, sorting, combined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Logic kept as pure functions (util/) → fast JVM tests, no emulator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Manual end-to-end testing of login → CRUD → cover upload each 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Usability Testing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Structured think-aloud test (Lab 3 protocol)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Fixed: upload progress bar (was silent)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Fixed: add-book validation with inline errors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Fixed: bookmark toggles filled/outline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Fixed: friendly empty-state message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Backlogged: genre dropdown</a:t>
            </a:r>
          </a:p>
        </p:txBody>
      </p:sp>
      <p:pic>
        <p:nvPicPr>
          <p:cNvPr id="4" name="Picture 3" descr="06_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80160"/>
            <a:ext cx="250584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Firestore 'permission denied' → wrote authenticated security rules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Blank cover URL → await downloadUrl before writing the document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Remote covers not loading → INTERNET permission + Coil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Back button returned to login → popUpTo(0) clears the back stack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Solo work, no peer review → unit tests + structured self-usability 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Results &amp;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All deliverables met across Labs 1–3, delivered solo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Working auth, CRUD, 4 extensions, Storage feature, 17 tests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What went well: clean layering made testing &amp; extensions fast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What was hard: Firebase rules and the first Compose setup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02020"/>
                </a:solidFill>
              </a:rPr>
              <a:t>•  Future: genre dropdown, anti-spam Cloud Function, profile pictures, UI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6344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0" i="0">
                <a:solidFill>
                  <a:srgbClr val="202020"/>
                </a:solidFill>
              </a:rPr>
              <a:t>github.com/Ozodiy/booknest-app</a:t>
            </a:r>
          </a:p>
          <a:p>
            <a:pPr algn="ctr"/>
            <a:r>
              <a:rPr sz="1600" b="0" i="0">
                <a:solidFill>
                  <a:srgbClr val="202020"/>
                </a:solidFill>
              </a:rPr>
              <a:t>Trello board + full reports in /docs</a:t>
            </a:r>
          </a:p>
          <a:p>
            <a:pPr algn="ctr"/>
            <a:r>
              <a:rPr sz="1600" b="0" i="0">
                <a:solidFill>
                  <a:srgbClr val="202020"/>
                </a:solidFill>
              </a:rPr>
              <a:t>BookNest · Ozodbek Tursunaliyev · 57264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